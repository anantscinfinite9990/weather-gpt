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8345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83455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26068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WeatherGPT: Conversational AI for Weather Forecasting...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Management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Earth Sciences (MoES) - IMD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Team ID]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Team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WeatherGPT: Multilingual, Persona-Driven AI Meteorological Core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intelligent, mobile-first conversational AI platform that aggregates fragmented meteorological datasets into a unified interface.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Explanation: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Integrates live NWP models (GFS/WRF) with real-time radar telemetry. Utilizes Gemini LLMs augmented with RAG to parse complex queries and dynamically routes responses based on user profiles (Farmers, Disaster Managers, Aviators).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Uniqueness: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Voice-first rural accessibility (Web Speech API), automated early warning SOS dissemination, and historical climate analytics via natural language.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 19 / Vite / Tailwind CSS (PWA)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FastAPI (Backend)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 / LangChain / RAG (AI Core)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with PostGIS / Redis (Database &amp; Caching)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containerization &amp; Kubernetes (Infrastructure)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Process: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1: Real-Time Data Ingestion (IMD, GFS/WRF via WIS 2.0)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Spatial &amp; Contextual Processing (GPS bounding boxes)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AI Inference (RAG grounding to prevent hallucinations)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Dissemination &amp; UI (Intuitive Chat with TTS Voice Output)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technical feasibility using proven open-source frameworks. RAG architecture avoids expensive foundational model training. Cloud Run auto-scaling ensures economic viability.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&amp; Risks: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Hallucinations (inventing forecasts)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Latency during complex LLM hops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overload during cyclones/floods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Overcoming Challenges: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Strict RAG Grounding: Confines LLM strictly to IMD JSON data.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Caching: Redis caches common queries; Gemini Flash for low-latency.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Architecture: Instant horizontal scaling via Kubernetes.
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Transforms passive weather consumption into an active, intelligent decision-support system, empowering citizens and mitigating financial losses.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Faster Disaster Preparedness: Instant conversational access to flood tracking enables rapid location-based early warnings.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Agriculture: Hyper-local, voice-guided crop advisories protect livelihoods.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&amp; Marine Safety: Instant plain-language briefings reduce dispatch delays.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Accessibility: Zero-literacy support in 10+ Indian languages via voice AI.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DEMONSTRATION &amp; UI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Insert Dashboard Screenshot Here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(Right Click -&gt; Change Image)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0" y="1371600"/>
            <a:ext cx="3657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13716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Insert GIS Map / Chat Screenshot Here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(Right Click -&gt; Change Image)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MoES &amp; IMD Datasets: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Documentation on utilizing Indian GFS/WRF models and National Framework for Early Warning Systems.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WMO WIS 2.0 Architecture: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Standards set by the World Meteorological Organization for real-time data exchange.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 Meteorology: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 on RAG to translate complex spatio-temporal weather data without hallucination.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NDMA Common Alerting Protocol (CAP):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Guidelines for standardizing extreme weather alerts.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W3C standards for robust cross-browser STT and TTS.
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2026-08-27T23:46:57Z</dcterms:created>
  <dcterms:modified xsi:type="dcterms:W3CDTF">2026-08-27T23:46:57Z</dcterms:modified>
</cp:coreProperties>
</file>